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0" autoAdjust="0"/>
    <p:restoredTop sz="94660"/>
  </p:normalViewPr>
  <p:slideViewPr>
    <p:cSldViewPr snapToGrid="0">
      <p:cViewPr>
        <p:scale>
          <a:sx n="56" d="100"/>
          <a:sy n="56" d="100"/>
        </p:scale>
        <p:origin x="978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C01A79-139A-3198-5917-1FA6E76BD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F338E8D-FFD3-22A6-8DDF-5329878D44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E15FA5-30BD-11F7-E11E-A55D7A9DD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DCC7-F167-4307-BF3A-4782FDEF3073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D8BE31-34F5-FDDD-1F09-73832481E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8DD107-7832-3DC1-6A10-EB4497EA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E9BA-B278-44B1-BB7A-BC75C9F0DF5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978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3B227C-13D6-3F33-1F8F-AB04FCED7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2F1520-08A5-2CDF-AAF8-4F07C3A29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A7B0E9-DFD0-9A4E-6A94-25265519E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DCC7-F167-4307-BF3A-4782FDEF3073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54B188-1746-733A-1A0D-1A4EE77DB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77137E-BEAF-9711-AD8D-53E8E96E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E9BA-B278-44B1-BB7A-BC75C9F0DF5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400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F2FF4D-63EB-459E-DD64-279BF6F10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6C0E5B-511F-B7FC-91DE-F07E478C8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93D644-F09F-B5DA-9FF3-AC7865B72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DCC7-F167-4307-BF3A-4782FDEF3073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4146EC-9D03-4548-4856-6DD5870AA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2F5104-563D-7D26-FC60-17357888A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E9BA-B278-44B1-BB7A-BC75C9F0DF5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659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E79BBB-E608-F3A1-33D4-3AF95D194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1135A0-1B89-994B-1FC1-A36E45313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E5E7FB-0C05-3C9E-822D-39C25E4A6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588996-33F0-EEAA-D513-EB91A9BC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DCC7-F167-4307-BF3A-4782FDEF3073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393559-F39C-7DC9-3495-98A174FE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0E3299-4EF6-B7E1-E815-8B79B482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E9BA-B278-44B1-BB7A-BC75C9F0DF5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469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16419E-5D99-FEBC-9F7E-423AAC69D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E91B52-16F5-5023-61FB-8A89BEF3A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E6F54D0-D6F5-849C-1283-1BD94E062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1B36591-E3D8-E157-647C-2BE68932D2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90AC71B-A1ED-BDBE-349A-2EC9713A5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2A5A10E-DCE6-742C-9451-D108E883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DCC7-F167-4307-BF3A-4782FDEF3073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B6EC003-3255-1365-9E28-D2FD5E958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6F90A4A-3A14-BAEB-A645-2299BEAE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E9BA-B278-44B1-BB7A-BC75C9F0DF5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21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A4AE2B-8106-7AB4-23C2-410E57BD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E86911F-074F-D1F5-3A62-244BCC472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DCC7-F167-4307-BF3A-4782FDEF3073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28F6E64-0967-3493-396F-FE6E6A0F1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00612F-778C-4AED-4363-2E2C1E57E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E9BA-B278-44B1-BB7A-BC75C9F0DF5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723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AB85C9B-6060-EA2F-E221-5A57D67C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DCC7-F167-4307-BF3A-4782FDEF3073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A3ED5DF-F381-6941-CDA3-4A7B769AF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8BC213-502C-BBED-5AB9-BAF77E0C9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E9BA-B278-44B1-BB7A-BC75C9F0DF5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70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E62B72-0EF7-CF73-7716-C8040C01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41C885-5171-753A-DC43-42D594492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3624D1C-7530-98C8-D407-DD974F632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C4B599-A57C-1269-8AD5-953B9D77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DCC7-F167-4307-BF3A-4782FDEF3073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5C49DE-8FDA-1987-2AC5-48645A4C0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FB1D0E-167A-C230-48A0-787491A8C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E9BA-B278-44B1-BB7A-BC75C9F0DF5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897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A0AF28-D9AA-EA70-34B5-F4CBE1118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A0E5AAC-5E61-83BE-4D79-7517D8CB5F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AF1861-F8D6-923A-F42C-84D31AFBE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9ECAA0-E67B-F585-0360-7B46B1F9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DCC7-F167-4307-BF3A-4782FDEF3073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A3DF9A-FAFF-9CFA-3AAE-A72D74ECB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F2018B-0CF9-D23D-2DF8-FACC06BD3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E9BA-B278-44B1-BB7A-BC75C9F0DF5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526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4C62FE-5DB2-D161-8305-4BD35E80E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2C359B3-4D40-C0FE-03AD-B0DA6C95D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59771C-B3F6-DDB5-7F0C-C173AD8C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DCC7-F167-4307-BF3A-4782FDEF3073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C7A582-69BE-7B86-CD2E-8E74021BD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E82C22-67E9-E60C-E079-57961DE9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E9BA-B278-44B1-BB7A-BC75C9F0DF5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504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70A19D9-B20D-3345-CCDE-15241D195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5AB81B7-FE4A-1491-C742-333EBA5AC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C7A145-30DA-167D-8C81-315A409C5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DCC7-F167-4307-BF3A-4782FDEF3073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0CB6C8-E2DC-3281-A284-0B84AAFE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72885-EED4-25B8-6185-D5050650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E9BA-B278-44B1-BB7A-BC75C9F0DF5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598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C908217-809B-AFCB-38B3-E50EDCF01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A9C84A-65B4-5EB2-534F-5E314EBD5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B20A00-6885-B77F-3676-56C927F769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1DCC7-F167-4307-BF3A-4782FDEF3073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AEB66E-200A-A280-23FB-42D7DB46D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D30027-75BC-49ED-4701-570E7BC2D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6E9BA-B278-44B1-BB7A-BC75C9F0DF5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37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B87A03DE-4BEA-B730-8ED3-2E2AA27C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69" y="2043721"/>
            <a:ext cx="10877630" cy="264796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E7A1687-3C7F-EC14-9F2B-C6E524461F38}"/>
              </a:ext>
            </a:extLst>
          </p:cNvPr>
          <p:cNvSpPr/>
          <p:nvPr/>
        </p:nvSpPr>
        <p:spPr>
          <a:xfrm>
            <a:off x="400969" y="2548223"/>
            <a:ext cx="2560847" cy="3526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18967B-2D68-8758-0BCC-D9F04AA3735D}"/>
              </a:ext>
            </a:extLst>
          </p:cNvPr>
          <p:cNvSpPr/>
          <p:nvPr/>
        </p:nvSpPr>
        <p:spPr>
          <a:xfrm>
            <a:off x="3170445" y="3207199"/>
            <a:ext cx="2560847" cy="352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D9EE9C-0EB2-DAAF-59C7-EDCEBF26E0A2}"/>
              </a:ext>
            </a:extLst>
          </p:cNvPr>
          <p:cNvSpPr/>
          <p:nvPr/>
        </p:nvSpPr>
        <p:spPr>
          <a:xfrm>
            <a:off x="5903314" y="3400645"/>
            <a:ext cx="2515474" cy="629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757C8-C12B-7B9B-1A94-ACFEF326B935}"/>
              </a:ext>
            </a:extLst>
          </p:cNvPr>
          <p:cNvSpPr/>
          <p:nvPr/>
        </p:nvSpPr>
        <p:spPr>
          <a:xfrm>
            <a:off x="472966" y="3357113"/>
            <a:ext cx="983768" cy="202152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8F0297-B056-73B8-7DEB-E18037FE21DE}"/>
              </a:ext>
            </a:extLst>
          </p:cNvPr>
          <p:cNvSpPr/>
          <p:nvPr/>
        </p:nvSpPr>
        <p:spPr>
          <a:xfrm>
            <a:off x="3261360" y="3045898"/>
            <a:ext cx="1039473" cy="138738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D85AC3-08DC-8367-AE07-1A544ACE709B}"/>
              </a:ext>
            </a:extLst>
          </p:cNvPr>
          <p:cNvSpPr/>
          <p:nvPr/>
        </p:nvSpPr>
        <p:spPr>
          <a:xfrm>
            <a:off x="5989556" y="3184635"/>
            <a:ext cx="1039473" cy="193447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95C12B-1CB6-3964-60F0-2158626A4D8B}"/>
              </a:ext>
            </a:extLst>
          </p:cNvPr>
          <p:cNvSpPr/>
          <p:nvPr/>
        </p:nvSpPr>
        <p:spPr>
          <a:xfrm>
            <a:off x="8717753" y="3357113"/>
            <a:ext cx="1065134" cy="197799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58A420C0-FA60-50E6-31D9-84815E88A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597164"/>
              </p:ext>
            </p:extLst>
          </p:nvPr>
        </p:nvGraphicFramePr>
        <p:xfrm>
          <a:off x="2961816" y="111034"/>
          <a:ext cx="5644906" cy="1884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22453">
                  <a:extLst>
                    <a:ext uri="{9D8B030D-6E8A-4147-A177-3AD203B41FA5}">
                      <a16:colId xmlns:a16="http://schemas.microsoft.com/office/drawing/2014/main" val="4219761256"/>
                    </a:ext>
                  </a:extLst>
                </a:gridCol>
                <a:gridCol w="2822453">
                  <a:extLst>
                    <a:ext uri="{9D8B030D-6E8A-4147-A177-3AD203B41FA5}">
                      <a16:colId xmlns:a16="http://schemas.microsoft.com/office/drawing/2014/main" val="671967502"/>
                    </a:ext>
                  </a:extLst>
                </a:gridCol>
              </a:tblGrid>
              <a:tr h="42188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Sequence of movements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Sample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444268"/>
                  </a:ext>
                </a:extLst>
              </a:tr>
              <a:tr h="345140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Unimanual_Left 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/>
                        <a:t>1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329951"/>
                  </a:ext>
                </a:extLst>
              </a:tr>
              <a:tr h="34514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Unimanual_</a:t>
                      </a: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Right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/>
                        <a:t>5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280005"/>
                  </a:ext>
                </a:extLst>
              </a:tr>
              <a:tr h="34514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Unimanual_Left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/>
                        <a:t>10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572208"/>
                  </a:ext>
                </a:extLst>
              </a:tr>
              <a:tr h="3451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Unimanual_</a:t>
                      </a: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Right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/>
                        <a:t>18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248270"/>
                  </a:ext>
                </a:extLst>
              </a:tr>
            </a:tbl>
          </a:graphicData>
        </a:graphic>
      </p:graphicFrame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67C1E9F4-B8D9-BC83-86BC-29EA57F8ED44}"/>
              </a:ext>
            </a:extLst>
          </p:cNvPr>
          <p:cNvCxnSpPr/>
          <p:nvPr/>
        </p:nvCxnSpPr>
        <p:spPr>
          <a:xfrm flipH="1">
            <a:off x="8991600" y="1578429"/>
            <a:ext cx="304800" cy="417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6397A93C-DF36-0CCB-24E7-BA26B965D7C2}"/>
              </a:ext>
            </a:extLst>
          </p:cNvPr>
          <p:cNvSpPr txBox="1"/>
          <p:nvPr/>
        </p:nvSpPr>
        <p:spPr>
          <a:xfrm>
            <a:off x="9062357" y="1161330"/>
            <a:ext cx="1674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Fast </a:t>
            </a:r>
            <a:r>
              <a:rPr lang="fr-FR" dirty="0" err="1"/>
              <a:t>prediction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2741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apture d’écran, menu&#10;&#10;Le contenu généré par l’IA peut être incorrect.">
            <a:extLst>
              <a:ext uri="{FF2B5EF4-FFF2-40B4-BE49-F238E27FC236}">
                <a16:creationId xmlns:a16="http://schemas.microsoft.com/office/drawing/2014/main" id="{846857AA-5BE9-9FFD-1A0B-356A72E95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124" y="2073318"/>
            <a:ext cx="9187752" cy="46860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8DDA89D-E93D-3ED1-817C-BAC122A27AB3}"/>
              </a:ext>
            </a:extLst>
          </p:cNvPr>
          <p:cNvSpPr/>
          <p:nvPr/>
        </p:nvSpPr>
        <p:spPr>
          <a:xfrm>
            <a:off x="1502124" y="3083603"/>
            <a:ext cx="2171115" cy="5313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ADBBBF-EA64-3DA8-F064-486FDD528962}"/>
              </a:ext>
            </a:extLst>
          </p:cNvPr>
          <p:cNvSpPr/>
          <p:nvPr/>
        </p:nvSpPr>
        <p:spPr>
          <a:xfrm>
            <a:off x="3887972" y="3083603"/>
            <a:ext cx="2171115" cy="6626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28B909-44D9-AE9A-543B-F6E66A9799A4}"/>
              </a:ext>
            </a:extLst>
          </p:cNvPr>
          <p:cNvSpPr/>
          <p:nvPr/>
        </p:nvSpPr>
        <p:spPr>
          <a:xfrm>
            <a:off x="3835421" y="4037952"/>
            <a:ext cx="2171115" cy="291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6443BF-3A76-C44E-429C-8700BA66A332}"/>
              </a:ext>
            </a:extLst>
          </p:cNvPr>
          <p:cNvSpPr/>
          <p:nvPr/>
        </p:nvSpPr>
        <p:spPr>
          <a:xfrm>
            <a:off x="3835421" y="4817498"/>
            <a:ext cx="2171115" cy="710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D3B4F-27E4-7C2A-F3FA-08065403B102}"/>
              </a:ext>
            </a:extLst>
          </p:cNvPr>
          <p:cNvSpPr/>
          <p:nvPr/>
        </p:nvSpPr>
        <p:spPr>
          <a:xfrm>
            <a:off x="6203366" y="2957479"/>
            <a:ext cx="2171115" cy="5313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AD852F-0B5C-D1B8-7B45-6F26DC39A25D}"/>
              </a:ext>
            </a:extLst>
          </p:cNvPr>
          <p:cNvSpPr/>
          <p:nvPr/>
        </p:nvSpPr>
        <p:spPr>
          <a:xfrm>
            <a:off x="8444935" y="3030741"/>
            <a:ext cx="2171115" cy="3319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F548E97-6D69-8DCF-CCDD-4AF82CE88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599666"/>
              </p:ext>
            </p:extLst>
          </p:nvPr>
        </p:nvGraphicFramePr>
        <p:xfrm>
          <a:off x="3273547" y="84589"/>
          <a:ext cx="5644906" cy="1884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22453">
                  <a:extLst>
                    <a:ext uri="{9D8B030D-6E8A-4147-A177-3AD203B41FA5}">
                      <a16:colId xmlns:a16="http://schemas.microsoft.com/office/drawing/2014/main" val="4219761256"/>
                    </a:ext>
                  </a:extLst>
                </a:gridCol>
                <a:gridCol w="2822453">
                  <a:extLst>
                    <a:ext uri="{9D8B030D-6E8A-4147-A177-3AD203B41FA5}">
                      <a16:colId xmlns:a16="http://schemas.microsoft.com/office/drawing/2014/main" val="671967502"/>
                    </a:ext>
                  </a:extLst>
                </a:gridCol>
              </a:tblGrid>
              <a:tr h="42188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Sequence of movements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Sample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444268"/>
                  </a:ext>
                </a:extLst>
              </a:tr>
              <a:tr h="345140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Unimanual_Down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/>
                        <a:t>1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329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Unimanual_</a:t>
                      </a: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Up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/>
                        <a:t>5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280005"/>
                  </a:ext>
                </a:extLst>
              </a:tr>
              <a:tr h="34514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Unimanual_Down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/>
                        <a:t>9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572208"/>
                  </a:ext>
                </a:extLst>
              </a:tr>
              <a:tr h="3451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Unimanual_</a:t>
                      </a: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</a:rPr>
                        <a:t>Up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/>
                        <a:t>17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2482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8E67166-B169-B950-E443-7ECE2094FA4C}"/>
              </a:ext>
            </a:extLst>
          </p:cNvPr>
          <p:cNvSpPr/>
          <p:nvPr/>
        </p:nvSpPr>
        <p:spPr>
          <a:xfrm>
            <a:off x="1502124" y="2639266"/>
            <a:ext cx="983768" cy="202152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BFC356-2943-E355-7674-FC22639118BB}"/>
              </a:ext>
            </a:extLst>
          </p:cNvPr>
          <p:cNvSpPr/>
          <p:nvPr/>
        </p:nvSpPr>
        <p:spPr>
          <a:xfrm>
            <a:off x="3887972" y="2643951"/>
            <a:ext cx="983768" cy="202152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91ACB7-7984-4B58-652B-CB40F0982AA1}"/>
              </a:ext>
            </a:extLst>
          </p:cNvPr>
          <p:cNvSpPr/>
          <p:nvPr/>
        </p:nvSpPr>
        <p:spPr>
          <a:xfrm>
            <a:off x="6203366" y="2778739"/>
            <a:ext cx="983768" cy="17874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FCD11F-FAFE-0D62-5A25-6A3DC65BBDDA}"/>
              </a:ext>
            </a:extLst>
          </p:cNvPr>
          <p:cNvSpPr/>
          <p:nvPr/>
        </p:nvSpPr>
        <p:spPr>
          <a:xfrm>
            <a:off x="8546724" y="2650972"/>
            <a:ext cx="983768" cy="17874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2827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42</Words>
  <Application>Microsoft Office PowerPoint</Application>
  <PresentationFormat>Grand écran</PresentationFormat>
  <Paragraphs>21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Caroline Lin</dc:creator>
  <cp:lastModifiedBy>Caroline Lin</cp:lastModifiedBy>
  <cp:revision>4</cp:revision>
  <dcterms:created xsi:type="dcterms:W3CDTF">2025-10-29T10:36:44Z</dcterms:created>
  <dcterms:modified xsi:type="dcterms:W3CDTF">2025-10-29T12:21:59Z</dcterms:modified>
</cp:coreProperties>
</file>